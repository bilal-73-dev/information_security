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  <p:embeddedFont>
      <p:font typeface="Quattrocento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921000"/>
            <a:ext cx="660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Locker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683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Security Lab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3180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128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Bilal (FA24-BSE-023) &amp; Muhammad Afnan (FA24-BSE-008) · May 2026</a:t>
            </a:r>
            <a:endParaRPr lang="en-US" sz="1600" dirty="0"/>
          </a:p>
        </p:txBody>
      </p:sp>
      <p:pic>
        <p:nvPicPr>
          <p:cNvPr id="7" name="Image 0" descr="https://kimi-img.moonshot.cn/pub/slides/okc/73vr7kyvnyivq/mnt/agents/output/file_locker_ppt/images/2_Cyber_Security_Lock_Animated_Background.png">    </p:cNvPr>
          <p:cNvPicPr>
            <a:picLocks noChangeAspect="1"/>
          </p:cNvPicPr>
          <p:nvPr/>
        </p:nvPicPr>
        <p:blipFill>
          <a:blip r:embed="rId1"/>
          <a:srcRect l="25022" r="25022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gradFill rotWithShape="1" flip="none">
            <a:gsLst>
              <a:gs pos="0">
                <a:srgbClr val="1A3632">
                  <a:alpha val="80000"/>
                </a:srgbClr>
              </a:gs>
              <a:gs pos="30000">
                <a:srgbClr val="1A3632">
                  <a:alpha val="0"/>
                </a:srgbClr>
              </a:gs>
              <a:gs pos="100000">
                <a:srgbClr val="1A3632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04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914400" y="12192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914400" y="20320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27200" y="2032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27200" y="241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capabilities and key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56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914400" y="34036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7200" y="3403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Concepts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27200" y="3784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Vigenere Cipher, SHA-256, file handling, and password stages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2672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14400" y="47752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27200" y="4775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&amp; Demo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27200" y="51562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workflow and demonstration results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56388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40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Python-based secure file encryption and decryption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556000"/>
            <a:ext cx="4572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7" name="Shape 5"/>
          <p:cNvSpPr/>
          <p:nvPr/>
        </p:nvSpPr>
        <p:spPr>
          <a:xfrm>
            <a:off x="1276350" y="3860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4470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Encryption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4978400"/>
            <a:ext cx="3962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Encrypt text, PDF, DOCX, and binary files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Vigenere Cipher with keyword-based shifting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Output saved as .enc files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3556000"/>
            <a:ext cx="4572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1" name="Shape 9"/>
          <p:cNvSpPr/>
          <p:nvPr/>
        </p:nvSpPr>
        <p:spPr>
          <a:xfrm>
            <a:off x="6203950" y="3860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cubicBezTo>
                  <a:pt x="114300" y="54203"/>
                  <a:pt x="139928" y="28575"/>
                  <a:pt x="171450" y="28575"/>
                </a:cubicBezTo>
                <a:cubicBezTo>
                  <a:pt x="199757" y="28575"/>
                  <a:pt x="223242" y="49113"/>
                  <a:pt x="227796" y="76170"/>
                </a:cubicBezTo>
                <a:cubicBezTo>
                  <a:pt x="230386" y="91708"/>
                  <a:pt x="245120" y="102245"/>
                  <a:pt x="260747" y="99655"/>
                </a:cubicBezTo>
                <a:cubicBezTo>
                  <a:pt x="276374" y="97066"/>
                  <a:pt x="286822" y="82332"/>
                  <a:pt x="284232" y="66705"/>
                </a:cubicBezTo>
                <a:cubicBezTo>
                  <a:pt x="275124" y="12591"/>
                  <a:pt x="228154" y="-28575"/>
                  <a:pt x="171450" y="-28575"/>
                </a:cubicBezTo>
                <a:cubicBezTo>
                  <a:pt x="108317" y="-28575"/>
                  <a:pt x="57150" y="22592"/>
                  <a:pt x="57150" y="85725"/>
                </a:cubicBezTo>
                <a:lnTo>
                  <a:pt x="57150" y="142875"/>
                </a:lnTo>
                <a:cubicBezTo>
                  <a:pt x="25628" y="142875"/>
                  <a:pt x="0" y="168503"/>
                  <a:pt x="0" y="20002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200025"/>
                </a:lnTo>
                <a:cubicBezTo>
                  <a:pt x="342900" y="168503"/>
                  <a:pt x="317272" y="142875"/>
                  <a:pt x="285750" y="142875"/>
                </a:cubicBezTo>
                <a:lnTo>
                  <a:pt x="114300" y="142875"/>
                </a:lnTo>
                <a:lnTo>
                  <a:pt x="114300" y="8572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146800" y="4470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Decryption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46800" y="4978400"/>
            <a:ext cx="3962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Restore files to original form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Preserves original file extensions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Supports all encrypted file types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69600" y="3556000"/>
            <a:ext cx="4572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4400" y="386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1074400" y="4470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Protection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74400" y="4978400"/>
            <a:ext cx="3962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SHA-256 hashed password storage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Three-stage verification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Security at every step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 / System 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File Encryption &amp; Decryption in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905000"/>
            <a:ext cx="6858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006600"/>
            <a:ext cx="62484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Multi-format support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.txt, .pdf, .docx, binary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mode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text (UTF-8) vs binary (rb/wb)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708400"/>
            <a:ext cx="6858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3810000"/>
            <a:ext cx="62484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Vigenere Cipher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key-based byte shifting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hashing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plain text storage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5257800"/>
            <a:ext cx="6858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5359400"/>
            <a:ext cx="62484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Three-stage password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set, unlock, confirm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Defense-in-depth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verify at every step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1397000"/>
            <a:ext cx="0" cy="533400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874000" y="6858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344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Formats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34400" y="1905000"/>
          <a:ext cx="6604000" cy="3175000"/>
        </p:xfrm>
        <a:graphic>
          <a:graphicData uri="http://schemas.openxmlformats.org/drawingml/2006/table">
            <a:tbl>
              <a:tblPr/>
              <a:tblGrid>
                <a:gridCol w="2641600"/>
                <a:gridCol w="1981200"/>
                <a:gridCol w="19812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4F1E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 Type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4F1E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4F1E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Extension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files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(UTF-8)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.txt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PDF documents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.pdf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Word documents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.docx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Images / Other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925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.png, etc.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534400" y="5334000"/>
            <a:ext cx="6604000" cy="1397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6" name="Shape 13"/>
          <p:cNvSpPr/>
          <p:nvPr/>
        </p:nvSpPr>
        <p:spPr>
          <a:xfrm>
            <a:off x="8839200" y="5689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9550400" y="55880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Security-first design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multi-layered password protection and one-way hashing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Concepts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Concepts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40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foundational security concepts powering the File Locker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556000"/>
            <a:ext cx="3429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860800"/>
            <a:ext cx="2819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43688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Vigenere Cipher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4876800"/>
            <a:ext cx="28194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Classical encryption method based on a keyword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Shifts letters/bytes by key values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Formula: Ci=(Pi+Ki) mod 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48200" y="3556000"/>
            <a:ext cx="3429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1" name="Text 9"/>
          <p:cNvSpPr/>
          <p:nvPr/>
        </p:nvSpPr>
        <p:spPr>
          <a:xfrm>
            <a:off x="4953000" y="3860800"/>
            <a:ext cx="2819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3000" y="43688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Hashing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3000" y="4876800"/>
            <a:ext cx="28194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One-way cryptographic function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Passwords never stored directly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Industry-standard hashing algorithm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556000"/>
            <a:ext cx="3429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3860800"/>
            <a:ext cx="2819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43688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Handling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4876800"/>
            <a:ext cx="28194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Text mode for .txt files (UTF-8)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Binary mode for PDF/DOCX/images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Prevents file corruption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15800" y="3556000"/>
            <a:ext cx="32258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420600" y="3860800"/>
            <a:ext cx="2616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20600" y="4368800"/>
            <a:ext cx="261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Stages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420600" y="4876800"/>
            <a:ext cx="26162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Set password on start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Unlock to access menu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Confirm before encrypt/decrypt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Concepts / Encryption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096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Vigenere Cipher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270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Classical encryption using a keyword to shift characters or bytes.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6604000" cy="22225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463800"/>
            <a:ext cx="5994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 Formula (Text)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2844800"/>
            <a:ext cx="5994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pPr>
              <a:lnSpc>
                <a:spcPct val="160000"/>
              </a:lnSpc>
            </a:pPr>
            <a:r>
              <a:rPr lang="en-US" sz="1800" b="1" baseline="-40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(P</a:t>
            </a:r>
            <a:pPr>
              <a:lnSpc>
                <a:spcPct val="160000"/>
              </a:lnSpc>
            </a:pPr>
            <a:r>
              <a:rPr lang="en-US" sz="1800" b="1" baseline="-40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K</a:t>
            </a:r>
            <a:pPr>
              <a:lnSpc>
                <a:spcPct val="160000"/>
              </a:lnSpc>
            </a:pPr>
            <a:r>
              <a:rPr lang="en-US" sz="1800" b="1" baseline="-40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mod 26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>
              <a:lnSpc>
                <a:spcPct val="160000"/>
              </a:lnSpc>
            </a:pPr>
            <a:r>
              <a:rPr lang="en-US" sz="1800" b="1" baseline="-40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(C</a:t>
            </a:r>
            <a:pPr>
              <a:lnSpc>
                <a:spcPct val="160000"/>
              </a:lnSpc>
            </a:pPr>
            <a:r>
              <a:rPr lang="en-US" sz="1800" b="1" baseline="-40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K</a:t>
            </a:r>
            <a:pPr>
              <a:lnSpc>
                <a:spcPct val="160000"/>
              </a:lnSpc>
            </a:pPr>
            <a:r>
              <a:rPr lang="en-US" sz="1800" b="1" baseline="-40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mod 26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= plaintext, C = ciphertext, K = key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files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same logic applies in range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0-255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just letters.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Key-based shifting for each byte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Same key required for decryption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Handles both text and binary data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Output: filename.enc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3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Concepts / Hashing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34400" y="609600"/>
            <a:ext cx="680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Hashing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34400" y="1270000"/>
            <a:ext cx="6807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One-way cryptographic hashing for secure password storage.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34400" y="2286000"/>
            <a:ext cx="68072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839200" y="2463800"/>
            <a:ext cx="6197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Passwords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stored directly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hash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Infeasible to reverse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34400" y="4064000"/>
            <a:ext cx="68072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256-bit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34400" y="4826000"/>
            <a:ext cx="680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 output length — virtually unbreakable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34400" y="5461000"/>
            <a:ext cx="6807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Industry-standard secure hashing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Same password always produces same hash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Different inputs produce vastly different hashes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Used in Bitcoin, SSL, and secure systems worldwide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Concepts / File Handling &amp; Password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File Handling &amp; Triple-Stage Password Protection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Handling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905000"/>
            <a:ext cx="6858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032000"/>
            <a:ext cx="6248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Mode (.txt files)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2413000"/>
            <a:ext cx="624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Opened in text mode with UTF-8 encoding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Read/write operations on human-readable characters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505200"/>
            <a:ext cx="6858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3632200"/>
            <a:ext cx="6248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Mode (.pdf, .docx, images)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4013200"/>
            <a:ext cx="624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Opened in binary mode (rb/wb)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corruption of non-text file formats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5105400"/>
            <a:ext cx="6858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5232400"/>
            <a:ext cx="6248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Naming Convention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5613400"/>
            <a:ext cx="624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Encryption: essay.txt → essay.txt.enc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Decryption: report.pdf.enc → report_decrypted.pdf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397000"/>
            <a:ext cx="0" cy="533400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7874000" y="6858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344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Password Stages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34400" y="1905000"/>
            <a:ext cx="6807200" cy="152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2006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74200" y="2006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Password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0" y="2463800"/>
            <a:ext cx="6299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password on first launch. Hidden input, stored as SHA-256 hash.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34400" y="3581400"/>
            <a:ext cx="6807200" cy="1524000"/>
          </a:xfrm>
          <a:prstGeom prst="rect">
            <a:avLst/>
          </a:prstGeom>
          <a:solidFill>
            <a:srgbClr val="24524B"/>
          </a:solidFill>
          <a:ln/>
        </p:spPr>
      </p:sp>
      <p:sp>
        <p:nvSpPr>
          <p:cNvPr id="22" name="Text 20"/>
          <p:cNvSpPr/>
          <p:nvPr/>
        </p:nvSpPr>
        <p:spPr>
          <a:xfrm>
            <a:off x="8763000" y="36830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74200" y="3683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Unlock Locker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3000" y="4140200"/>
            <a:ext cx="6299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Re-enter password to unlock locker and access the main menu.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34400" y="5257800"/>
            <a:ext cx="6807200" cy="1524000"/>
          </a:xfrm>
          <a:prstGeom prst="rect">
            <a:avLst/>
          </a:prstGeom>
          <a:solidFill>
            <a:srgbClr val="E1E7E5"/>
          </a:solidFill>
          <a:ln/>
        </p:spPr>
      </p:sp>
      <p:sp>
        <p:nvSpPr>
          <p:cNvPr id="26" name="Text 24"/>
          <p:cNvSpPr/>
          <p:nvPr/>
        </p:nvSpPr>
        <p:spPr>
          <a:xfrm>
            <a:off x="8763000" y="5359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74200" y="53594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 Before Action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63000" y="5816600"/>
            <a:ext cx="6299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password before every encrypt or decrypt operation.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Demo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&amp; 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40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system workflow and live demonstration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556000"/>
            <a:ext cx="3429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860800"/>
            <a:ext cx="2819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43688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Program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4876800"/>
            <a:ext cx="28194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Set password (SHA-256 hash)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Unlock locker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Access main menu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48200" y="3556000"/>
            <a:ext cx="3429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1" name="Text 9"/>
          <p:cNvSpPr/>
          <p:nvPr/>
        </p:nvSpPr>
        <p:spPr>
          <a:xfrm>
            <a:off x="4953000" y="3860800"/>
            <a:ext cx="2819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3000" y="43688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3000" y="4876800"/>
            <a:ext cx="28194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Encrypt file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Decrypt file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Exit program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556000"/>
            <a:ext cx="34290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3860800"/>
            <a:ext cx="2819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4368800"/>
            <a:ext cx="281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4876800"/>
            <a:ext cx="28194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Enter file path + key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Auto-detect mode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Output .enc file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15800" y="3556000"/>
            <a:ext cx="3225800" cy="4826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420600" y="3860800"/>
            <a:ext cx="2616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20600" y="4368800"/>
            <a:ext cx="261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Decrypt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420600" y="4876800"/>
            <a:ext cx="26162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Confirm password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Enter .enc + key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Restore original file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/ System Workflow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Four-Step Workflow: From Password to Encrypted File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270000"/>
            <a:ext cx="144272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422400"/>
            <a:ext cx="13817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File Locker System follows a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workflow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set password → unlock → choose action → execute with verification at every critical step.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302000"/>
            <a:ext cx="14427200" cy="0"/>
          </a:xfrm>
          <a:prstGeom prst="straightConnector1">
            <a:avLst/>
          </a:prstGeom>
          <a:noFill/>
          <a:ln w="25400">
            <a:solidFill>
              <a:srgbClr val="1A3632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2921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 Point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556000"/>
            <a:ext cx="3302000" cy="4318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9" name="Text 7"/>
          <p:cNvSpPr/>
          <p:nvPr/>
        </p:nvSpPr>
        <p:spPr>
          <a:xfrm>
            <a:off x="1117600" y="3708400"/>
            <a:ext cx="289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Start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7600" y="4165600"/>
            <a:ext cx="2895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 sets password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Hidden input (no echo)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Stored as SHA-256 hash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Re-enter to unlock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Access granted to menu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3900" y="2921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33900" y="3556000"/>
            <a:ext cx="3302000" cy="4318000"/>
          </a:xfrm>
          <a:prstGeom prst="rect">
            <a:avLst/>
          </a:prstGeom>
          <a:solidFill>
            <a:srgbClr val="24524B"/>
          </a:solidFill>
          <a:ln/>
        </p:spPr>
      </p:sp>
      <p:sp>
        <p:nvSpPr>
          <p:cNvPr id="13" name="Text 11"/>
          <p:cNvSpPr/>
          <p:nvPr/>
        </p:nvSpPr>
        <p:spPr>
          <a:xfrm>
            <a:off x="4737100" y="3708400"/>
            <a:ext cx="289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Menu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7100" y="4165600"/>
            <a:ext cx="2895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Option 1: Encrypt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Option 2: Decrypt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Option 3: Exit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Clean CLI interface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Input validation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3400" y="2921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3400" y="3556000"/>
            <a:ext cx="3302000" cy="4318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600" y="3708400"/>
            <a:ext cx="289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Encrypt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6600" y="4165600"/>
            <a:ext cx="2895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Enter file path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Enter Vigenere key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Auto-detect file type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cipher encryption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Save as filename.enc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72900" y="2921000"/>
            <a:ext cx="3568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Decryption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72900" y="3556000"/>
            <a:ext cx="3568700" cy="4318000"/>
          </a:xfrm>
          <a:prstGeom prst="rect">
            <a:avLst/>
          </a:prstGeom>
          <a:solidFill>
            <a:srgbClr val="E1E7E5"/>
          </a:solidFill>
          <a:ln/>
        </p:spPr>
      </p:sp>
      <p:sp>
        <p:nvSpPr>
          <p:cNvPr id="21" name="Text 19"/>
          <p:cNvSpPr/>
          <p:nvPr/>
        </p:nvSpPr>
        <p:spPr>
          <a:xfrm>
            <a:off x="11976100" y="3708400"/>
            <a:ext cx="31623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Decrypt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76100" y="4165600"/>
            <a:ext cx="31623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Confirm password (Stage 3)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Enter .enc file path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Enter same Vigenere key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Reverse cipher operation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Restore as _decrypted.ext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3632">
              <a:alpha val="50196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5560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3180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Demonstrating real information security concepts in Python.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080000"/>
            <a:ext cx="1270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Classical cryptography via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Vigenere Cipher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encryption/decryption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Modern security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hashing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triple-stage verification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Correct handling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and binary files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proper I/O modes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Beginner-friendly project showcasing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defense-in-depth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70866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302500"/>
            <a:ext cx="762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Bilal (FA24-BSE-023) &amp; Muhammad Afnan (FA24-BSE-008)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Security Lab Project · May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Locker System - Information Security Lab Project</dc:title>
  <dc:subject>File Locker System - Information Security Lab Project</dc:subject>
  <dc:creator>Kimi</dc:creator>
  <cp:lastModifiedBy>Kimi</cp:lastModifiedBy>
  <cp:revision>1</cp:revision>
  <dcterms:created xsi:type="dcterms:W3CDTF">2026-05-17T12:08:27Z</dcterms:created>
  <dcterms:modified xsi:type="dcterms:W3CDTF">2026-05-17T12:08:27Z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{"Label":"File Locker System - Information Security Lab Project","ContentProducer":"001191110108MACG2KBH8F10000","ProduceID":"19e35cfd-48d2-8ce4-8000-000009713ac8","ReservedCode1":"","ContentPropagator":"001191110108MACG2KBH8F20000","PropagateID":"19e35cfd-48d2-8ce4-8000-000009713ac8","ReservedCode2":""}</vt:lpwstr>
  </property>
</Properties>
</file>